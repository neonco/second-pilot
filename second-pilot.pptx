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01"/>
    <p:sldId id="257" r:id="rId202"/>
    <p:sldId id="258" r:id="rId203"/>
    <p:sldId id="259" r:id="rId204"/>
    <p:sldId id="260" r:id="rId205"/>
    <p:sldId id="261" r:id="rId206"/>
    <p:sldId id="262" r:id="rId207"/>
    <p:sldId id="263" r:id="rId208"/>
    <p:sldId id="264" r:id="rId209"/>
    <p:sldId id="265" r:id="rId210"/>
    <p:sldId id="266" r:id="rId2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1" Type="http://schemas.openxmlformats.org/officeDocument/2006/relationships/theme" Target="theme/them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Relationship Id="rId201" Type="http://schemas.openxmlformats.org/officeDocument/2006/relationships/slide" Target="slides/slide1.xml"/><Relationship Id="rId202" Type="http://schemas.openxmlformats.org/officeDocument/2006/relationships/slide" Target="slides/slide2.xml"/><Relationship Id="rId203" Type="http://schemas.openxmlformats.org/officeDocument/2006/relationships/slide" Target="slides/slide3.xml"/><Relationship Id="rId204" Type="http://schemas.openxmlformats.org/officeDocument/2006/relationships/slide" Target="slides/slide4.xml"/><Relationship Id="rId205" Type="http://schemas.openxmlformats.org/officeDocument/2006/relationships/slide" Target="slides/slide5.xml"/><Relationship Id="rId206" Type="http://schemas.openxmlformats.org/officeDocument/2006/relationships/slide" Target="slides/slide6.xml"/><Relationship Id="rId207" Type="http://schemas.openxmlformats.org/officeDocument/2006/relationships/slide" Target="slides/slide7.xml"/><Relationship Id="rId208" Type="http://schemas.openxmlformats.org/officeDocument/2006/relationships/slide" Target="slides/slide8.xml"/><Relationship Id="rId209" Type="http://schemas.openxmlformats.org/officeDocument/2006/relationships/slide" Target="slides/slide9.xml"/><Relationship Id="rId210" Type="http://schemas.openxmlformats.org/officeDocument/2006/relationships/slide" Target="slides/slide10.xml"/><Relationship Id="rId211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пилот учителя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ru-RU" sz="2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4343400"/>
            <a:ext cx="1371600" cy="54864"/>
          </a:xfrm>
          <a:prstGeom prst="rect">
            <a:avLst/>
          </a:prstGeom>
          <a:solidFill>
            <a:srgbClr val="7BC83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Обозненко Арсений Михайлович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ru-RU" sz="1500" dirty="0">
                <a:solidFill>
                  <a:srgbClr val="8A8A8E"/>
                </a:solidFill>
                <a:latin typeface="Arial" pitchFamily="34" charset="0"/>
                <a:cs typeface="Arial" pitchFamily="34" charset="-120"/>
              </a:rPr>
              <a:t>Школа 1279 Эврика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27A5F9-D72C-18A9-4E82-798B7ABC4DAB}"/>
              </a:ext>
            </a:extLst>
          </p:cNvPr>
          <p:cNvSpPr/>
          <p:nvPr/>
        </p:nvSpPr>
        <p:spPr>
          <a:xfrm>
            <a:off x="319014" y="3626188"/>
            <a:ext cx="2779545" cy="382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57CC39-33AD-DCB5-83D8-1DAD56348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07" y="230391"/>
            <a:ext cx="4001894" cy="300142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402C1D1-5978-97FE-B504-49322081C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65" r="11832"/>
          <a:stretch>
            <a:fillRect/>
          </a:stretch>
        </p:blipFill>
        <p:spPr>
          <a:xfrm>
            <a:off x="8170128" y="230391"/>
            <a:ext cx="4021872" cy="300142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AB03935-B751-1276-C7D9-04006A0DEC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16"/>
          <a:stretch>
            <a:fillRect/>
          </a:stretch>
        </p:blipFill>
        <p:spPr>
          <a:xfrm>
            <a:off x="3844934" y="230391"/>
            <a:ext cx="4393333" cy="3001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0E0255-C433-A790-D98F-88B7A030ADD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87503" y="892"/>
            <a:ext cx="577775" cy="6857108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7FA5BCD7-15BA-D3D0-87A3-08CE9AA9543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26719" y="0"/>
            <a:ext cx="577775" cy="6857108"/>
          </a:xfrm>
          <a:prstGeom prst="rect">
            <a:avLst/>
          </a:prstGeom>
        </p:spPr>
      </p:pic>
      <p:sp>
        <p:nvSpPr>
          <p:cNvPr id="13" name="Shape 3">
            <a:extLst>
              <a:ext uri="{FF2B5EF4-FFF2-40B4-BE49-F238E27FC236}">
                <a16:creationId xmlns:a16="http://schemas.microsoft.com/office/drawing/2014/main" id="{E1F640BA-CC7E-07A0-F703-F04DC8502E86}"/>
              </a:ext>
            </a:extLst>
          </p:cNvPr>
          <p:cNvSpPr/>
          <p:nvPr/>
        </p:nvSpPr>
        <p:spPr>
          <a:xfrm>
            <a:off x="157234" y="3626188"/>
            <a:ext cx="3337560" cy="2679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6539B69-0E8A-A36C-1FFA-2C5DA2BE94D0}"/>
              </a:ext>
            </a:extLst>
          </p:cNvPr>
          <p:cNvSpPr/>
          <p:nvPr/>
        </p:nvSpPr>
        <p:spPr>
          <a:xfrm>
            <a:off x="477274" y="3722708"/>
            <a:ext cx="685800" cy="685800"/>
          </a:xfrm>
          <a:prstGeom prst="ellipse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69512EC-BF5B-D821-D553-CA2549AA0EBE}"/>
              </a:ext>
            </a:extLst>
          </p:cNvPr>
          <p:cNvSpPr/>
          <p:nvPr/>
        </p:nvSpPr>
        <p:spPr>
          <a:xfrm>
            <a:off x="477274" y="37227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A7684DB-8DBB-5684-F6BC-6FA82CCC2E88}"/>
              </a:ext>
            </a:extLst>
          </p:cNvPr>
          <p:cNvSpPr/>
          <p:nvPr/>
        </p:nvSpPr>
        <p:spPr>
          <a:xfrm>
            <a:off x="477274" y="46371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решает задачу, </a:t>
            </a:r>
            <a:endParaRPr lang="ru-RU" sz="1700" b="1" dirty="0">
              <a:solidFill>
                <a:srgbClr val="0F0F0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700" b="1" dirty="0" err="1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</a:t>
            </a:r>
            <a:r>
              <a:rPr lang="en-US" sz="17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 ту</a:t>
            </a:r>
            <a:endParaRPr lang="en-US" sz="17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742BBD20-DB12-3A77-E6E6-0ECE3F40B425}"/>
              </a:ext>
            </a:extLst>
          </p:cNvPr>
          <p:cNvSpPr/>
          <p:nvPr/>
        </p:nvSpPr>
        <p:spPr>
          <a:xfrm>
            <a:off x="477274" y="5339703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сразу всё переделывает</a:t>
            </a:r>
            <a:endParaRPr lang="en-US" sz="14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5DF0B2FE-F211-91D2-34FA-71FC90A5D073}"/>
              </a:ext>
            </a:extLst>
          </p:cNvPr>
          <p:cNvSpPr/>
          <p:nvPr/>
        </p:nvSpPr>
        <p:spPr>
          <a:xfrm>
            <a:off x="4422231" y="3639185"/>
            <a:ext cx="3337560" cy="2679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E83FEBCF-C668-D137-04E2-1439550425DD}"/>
              </a:ext>
            </a:extLst>
          </p:cNvPr>
          <p:cNvSpPr/>
          <p:nvPr/>
        </p:nvSpPr>
        <p:spPr>
          <a:xfrm>
            <a:off x="4742271" y="3735705"/>
            <a:ext cx="685800" cy="685800"/>
          </a:xfrm>
          <a:prstGeom prst="ellipse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3BD2640B-8554-F948-5D50-6AE8C6ED16B1}"/>
              </a:ext>
            </a:extLst>
          </p:cNvPr>
          <p:cNvSpPr/>
          <p:nvPr/>
        </p:nvSpPr>
        <p:spPr>
          <a:xfrm>
            <a:off x="4742271" y="3735705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BBBE22B9-0515-F608-62F9-DAB743E12442}"/>
              </a:ext>
            </a:extLst>
          </p:cNvPr>
          <p:cNvSpPr/>
          <p:nvPr/>
        </p:nvSpPr>
        <p:spPr>
          <a:xfrm>
            <a:off x="4742271" y="4650105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решает задачу, </a:t>
            </a:r>
            <a:endParaRPr lang="ru-RU" sz="1700" b="1" dirty="0">
              <a:solidFill>
                <a:srgbClr val="0F0F0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700" b="1" dirty="0" err="1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</a:t>
            </a:r>
            <a:r>
              <a:rPr lang="en-US" sz="17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непонятно как</a:t>
            </a:r>
            <a:endParaRPr lang="en-US" sz="17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6ABD7DF2-3351-431B-2E35-D27FB2B83833}"/>
              </a:ext>
            </a:extLst>
          </p:cNvPr>
          <p:cNvSpPr/>
          <p:nvPr/>
        </p:nvSpPr>
        <p:spPr>
          <a:xfrm>
            <a:off x="4742271" y="53527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пытается понять, </a:t>
            </a:r>
            <a:endParaRPr lang="ru-RU" sz="1400" dirty="0">
              <a:solidFill>
                <a:srgbClr val="5A5A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итоге всё переделывает</a:t>
            </a:r>
            <a:endParaRPr lang="en-US" sz="14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C30EA53A-E7AE-A309-A47B-62EA595D7C97}"/>
              </a:ext>
            </a:extLst>
          </p:cNvPr>
          <p:cNvSpPr/>
          <p:nvPr/>
        </p:nvSpPr>
        <p:spPr>
          <a:xfrm>
            <a:off x="8697206" y="3639062"/>
            <a:ext cx="3337560" cy="2679233"/>
          </a:xfrm>
          <a:prstGeom prst="rect">
            <a:avLst/>
          </a:prstGeom>
          <a:solidFill>
            <a:srgbClr val="F2FAF3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A147F674-062B-1A2D-9837-7B2FA8D1FDC6}"/>
              </a:ext>
            </a:extLst>
          </p:cNvPr>
          <p:cNvSpPr/>
          <p:nvPr/>
        </p:nvSpPr>
        <p:spPr>
          <a:xfrm>
            <a:off x="9017246" y="3735582"/>
            <a:ext cx="685800" cy="685800"/>
          </a:xfrm>
          <a:prstGeom prst="ellipse">
            <a:avLst/>
          </a:prstGeom>
          <a:solidFill>
            <a:srgbClr val="7BC83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C5AE4914-EF7A-D88F-E641-9B6E41F7A7A5}"/>
              </a:ext>
            </a:extLst>
          </p:cNvPr>
          <p:cNvSpPr/>
          <p:nvPr/>
        </p:nvSpPr>
        <p:spPr>
          <a:xfrm>
            <a:off x="9017246" y="373558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6F5A857E-404C-08FD-4157-AAB01B6E2BED}"/>
              </a:ext>
            </a:extLst>
          </p:cNvPr>
          <p:cNvSpPr/>
          <p:nvPr/>
        </p:nvSpPr>
        <p:spPr>
          <a:xfrm>
            <a:off x="9017246" y="464998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решает задачу с обратной связью</a:t>
            </a:r>
            <a:endParaRPr lang="en-US" sz="17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907FFBB9-A57F-94EE-217A-EA195CB8DEBC}"/>
              </a:ext>
            </a:extLst>
          </p:cNvPr>
          <p:cNvSpPr/>
          <p:nvPr/>
        </p:nvSpPr>
        <p:spPr>
          <a:xfrm>
            <a:off x="9047421" y="5352577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управляет процессом, иногда корректируя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3883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 уметь рядом с ИИ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54480" y="196596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Договариваться о хорошем решении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679192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40080" y="267919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267919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Ревьюить и критически разбирать чужой код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" y="3392424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640080" y="339242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54480" y="339242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 ставить задачу и задавать вопросы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40080" y="4105656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640080" y="410565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54480" y="4105656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Видеть систему, а не только кусок кода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40080" y="4818888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640080" y="481888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54480" y="4818888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Декомпозировать сложные задачи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4008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выступление </a:t>
            </a:r>
            <a:r>
              <a:rPr lang="en-US" sz="1200" dirty="0" err="1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</a:t>
            </a:r>
            <a:r>
              <a:rPr lang="en-US" sz="12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Ломакина</a:t>
            </a:r>
            <a:r>
              <a:rPr lang="ru-RU" sz="12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Яндекс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и агент: в чём разница</a:t>
            </a:r>
            <a:endParaRPr lang="ru-RU"/>
          </a:p>
        </p:txBody>
      </p:sp>
      <p:sp>
        <p:nvSpPr>
          <p:cNvPr id="6" name="LblA"/>
          <p:cNvSpPr/>
          <p:nvPr/>
        </p:nvSpPr>
        <p:spPr>
          <a:xfrm>
            <a:off x="640080" y="2150000"/>
            <a:ext cx="5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БЫЛО: ЧАТ-БОТ</a:t>
            </a:r>
            <a:endParaRPr lang="ru-RU"/>
          </a:p>
        </p:txBody>
      </p:sp>
      <p:sp>
        <p:nvSpPr>
          <p:cNvPr id="7" name="TxtA"/>
          <p:cNvSpPr/>
          <p:nvPr/>
        </p:nvSpPr>
        <p:spPr>
          <a:xfrm>
            <a:off x="640080" y="2550000"/>
            <a:ext cx="4900000" cy="2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7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просите — бот присылает текст в окне переписки</a:t>
            </a:r>
            <a:endParaRPr lang="ru-RU"/>
          </a:p>
          <a:p>
            <a:pPr marL="0" indent="0">
              <a:spcBef>
                <a:spcPts val="1400"/>
              </a:spcBef>
              <a:buNone/>
            </a:pPr>
            <a:r>
              <a:rPr lang="ru-RU" sz="17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нужно копировать в файл вручную</a:t>
            </a:r>
            <a:endParaRPr lang="ru-RU"/>
          </a:p>
          <a:p>
            <a:pPr marL="0" indent="0">
              <a:spcBef>
                <a:spcPts val="1400"/>
              </a:spcBef>
              <a:buNone/>
            </a:pPr>
            <a:r>
              <a:rPr lang="ru-RU" sz="17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правка — новый запрос и новое копирование</a:t>
            </a:r>
            <a:endParaRPr lang="ru-RU"/>
          </a:p>
        </p:txBody>
      </p:sp>
      <p:sp>
        <p:nvSpPr>
          <p:cNvPr id="8" name="LblB"/>
          <p:cNvSpPr/>
          <p:nvPr/>
        </p:nvSpPr>
        <p:spPr>
          <a:xfrm>
            <a:off x="6200000" y="2150000"/>
            <a:ext cx="5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СТАЛО: АГЕНТ</a:t>
            </a:r>
            <a:endParaRPr lang="ru-RU"/>
          </a:p>
        </p:txBody>
      </p:sp>
      <p:sp>
        <p:nvSpPr>
          <p:cNvPr id="9" name="TxtB"/>
          <p:cNvSpPr/>
          <p:nvPr/>
        </p:nvSpPr>
        <p:spPr>
          <a:xfrm>
            <a:off x="6200000" y="2550000"/>
            <a:ext cx="4900000" cy="2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7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описываете задачу — агент сам создаёт файл</a:t>
            </a:r>
            <a:endParaRPr lang="ru-RU"/>
          </a:p>
          <a:p>
            <a:pPr marL="0" indent="0">
              <a:spcBef>
                <a:spcPts val="1400"/>
              </a:spcBef>
              <a:buNone/>
            </a:pPr>
            <a:r>
              <a:rPr lang="ru-RU" sz="17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вносятся прямо в проект, изменения видно</a:t>
            </a:r>
            <a:endParaRPr lang="ru-RU"/>
          </a:p>
          <a:p>
            <a:pPr marL="0" indent="0">
              <a:spcBef>
                <a:spcPts val="1400"/>
              </a:spcBef>
              <a:buNone/>
            </a:pPr>
            <a:r>
              <a:rPr lang="ru-RU" sz="17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сразу открывается в браузере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5950000" y="2150000"/>
            <a:ext cx="0" cy="310000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Foot"/>
          <p:cNvSpPr/>
          <p:nvPr/>
        </p:nvSpPr>
        <p:spPr>
          <a:xfrm>
            <a:off x="640080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пилот делает часть работы, штурвал остаётся у учителя</a:t>
            </a:r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</a:t>
            </a:r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opencode</a:t>
            </a:r>
            <a:endParaRPr lang="ru-RU"/>
          </a:p>
        </p:txBody>
      </p:sp>
      <p:sp>
        <p:nvSpPr>
          <p:cNvPr id="6" name="Num0"/>
          <p:cNvSpPr/>
          <p:nvPr/>
        </p:nvSpPr>
        <p:spPr>
          <a:xfrm>
            <a:off x="640080" y="21000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ru-RU"/>
          </a:p>
        </p:txBody>
      </p:sp>
      <p:sp>
        <p:nvSpPr>
          <p:cNvPr id="7" name="Txt0"/>
          <p:cNvSpPr/>
          <p:nvPr/>
        </p:nvSpPr>
        <p:spPr>
          <a:xfrm>
            <a:off x="1554480" y="210000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в папке проекта, а не в окне переписки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2813232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Num1"/>
          <p:cNvSpPr/>
          <p:nvPr/>
        </p:nvSpPr>
        <p:spPr>
          <a:xfrm>
            <a:off x="640080" y="28132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ru-RU"/>
          </a:p>
        </p:txBody>
      </p:sp>
      <p:sp>
        <p:nvSpPr>
          <p:cNvPr id="9" name="Txt1"/>
          <p:cNvSpPr/>
          <p:nvPr/>
        </p:nvSpPr>
        <p:spPr>
          <a:xfrm>
            <a:off x="1554480" y="281323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читает и создаёт файлы, запускает команды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3526464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Num2"/>
          <p:cNvSpPr/>
          <p:nvPr/>
        </p:nvSpPr>
        <p:spPr>
          <a:xfrm>
            <a:off x="640080" y="35264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ru-RU"/>
          </a:p>
        </p:txBody>
      </p:sp>
      <p:sp>
        <p:nvSpPr>
          <p:cNvPr id="11" name="Txt2"/>
          <p:cNvSpPr/>
          <p:nvPr/>
        </p:nvSpPr>
        <p:spPr>
          <a:xfrm>
            <a:off x="1554480" y="352646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Спрашивает разрешение перед каждым действием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4239696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Num3"/>
          <p:cNvSpPr/>
          <p:nvPr/>
        </p:nvSpPr>
        <p:spPr>
          <a:xfrm>
            <a:off x="640080" y="42396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ru-RU"/>
          </a:p>
        </p:txBody>
      </p:sp>
      <p:sp>
        <p:nvSpPr>
          <p:cNvPr id="13" name="Txt3"/>
          <p:cNvSpPr/>
          <p:nvPr/>
        </p:nvSpPr>
        <p:spPr>
          <a:xfrm>
            <a:off x="1554480" y="4239696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Бесплатная модель Big Pickle — без оплаты и настройки</a:t>
            </a:r>
            <a:endParaRPr lang="ru-RU"/>
          </a:p>
        </p:txBody>
      </p:sp>
      <p:sp>
        <p:nvSpPr>
          <p:cNvPr id="14" name="Foot"/>
          <p:cNvSpPr/>
          <p:nvPr/>
        </p:nvSpPr>
        <p:spPr>
          <a:xfrm>
            <a:off x="640080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установлен на ваших компьютерах</a:t>
            </a: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тема — рабочий прототип</a:t>
            </a:r>
            <a:endParaRPr lang="ru-RU"/>
          </a:p>
        </p:txBody>
      </p:sp>
      <p:sp>
        <p:nvSpPr>
          <p:cNvPr id="6" name="Num0"/>
          <p:cNvSpPr/>
          <p:nvPr/>
        </p:nvSpPr>
        <p:spPr>
          <a:xfrm>
            <a:off x="640080" y="19659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ru-RU"/>
          </a:p>
        </p:txBody>
      </p:sp>
      <p:sp>
        <p:nvSpPr>
          <p:cNvPr id="7" name="Txt0"/>
          <p:cNvSpPr/>
          <p:nvPr/>
        </p:nvSpPr>
        <p:spPr>
          <a:xfrm>
            <a:off x="1554480" y="196596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сложную тему из своего курса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2679192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Num1"/>
          <p:cNvSpPr/>
          <p:nvPr/>
        </p:nvSpPr>
        <p:spPr>
          <a:xfrm>
            <a:off x="640080" y="267919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ru-RU"/>
          </a:p>
        </p:txBody>
      </p:sp>
      <p:sp>
        <p:nvSpPr>
          <p:cNvPr id="9" name="Txt1"/>
          <p:cNvSpPr/>
          <p:nvPr/>
        </p:nvSpPr>
        <p:spPr>
          <a:xfrm>
            <a:off x="1554480" y="267919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папку проекта и запустите opencode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3392424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Num2"/>
          <p:cNvSpPr/>
          <p:nvPr/>
        </p:nvSpPr>
        <p:spPr>
          <a:xfrm>
            <a:off x="640080" y="339242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ru-RU"/>
          </a:p>
        </p:txBody>
      </p:sp>
      <p:sp>
        <p:nvSpPr>
          <p:cNvPr id="11" name="Txt2"/>
          <p:cNvSpPr/>
          <p:nvPr/>
        </p:nvSpPr>
        <p:spPr>
          <a:xfrm>
            <a:off x="1554480" y="339242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Опишите задачу: что должен показывать одностраничник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4105656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Num3"/>
          <p:cNvSpPr/>
          <p:nvPr/>
        </p:nvSpPr>
        <p:spPr>
          <a:xfrm>
            <a:off x="640080" y="410565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ru-RU"/>
          </a:p>
        </p:txBody>
      </p:sp>
      <p:sp>
        <p:nvSpPr>
          <p:cNvPr id="13" name="Txt3"/>
          <p:cNvSpPr/>
          <p:nvPr/>
        </p:nvSpPr>
        <p:spPr>
          <a:xfrm>
            <a:off x="1554480" y="4105656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создаёт index.html — откройте его в браузере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4818888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Num4"/>
          <p:cNvSpPr/>
          <p:nvPr/>
        </p:nvSpPr>
        <p:spPr>
          <a:xfrm>
            <a:off x="640080" y="481888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ru-RU"/>
          </a:p>
        </p:txBody>
      </p:sp>
      <p:sp>
        <p:nvSpPr>
          <p:cNvPr id="15" name="Txt4"/>
          <p:cNvSpPr/>
          <p:nvPr/>
        </p:nvSpPr>
        <p:spPr>
          <a:xfrm>
            <a:off x="1554480" y="4818888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Уточняйте промпт, пока результат не устроит</a:t>
            </a:r>
            <a:endParaRPr lang="ru-RU"/>
          </a:p>
        </p:txBody>
      </p:sp>
      <p:sp>
        <p:nvSpPr>
          <p:cNvPr id="16" name="Foot"/>
          <p:cNvSpPr/>
          <p:nvPr/>
        </p:nvSpPr>
        <p:spPr>
          <a:xfrm>
            <a:off x="640080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участника — своя тема</a:t>
            </a: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</a:t>
            </a:r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состоит хорошее задание</a:t>
            </a:r>
            <a:endParaRPr lang="ru-RU"/>
          </a:p>
        </p:txBody>
      </p:sp>
      <p:sp>
        <p:nvSpPr>
          <p:cNvPr id="901" name="Card"/>
          <p:cNvSpPr/>
          <p:nvPr/>
        </p:nvSpPr>
        <p:spPr>
          <a:xfrm>
            <a:off x="640080" y="1965960"/>
            <a:ext cx="10908792" cy="3000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Prompt"/>
          <p:cNvSpPr/>
          <p:nvPr/>
        </p:nvSpPr>
        <p:spPr>
          <a:xfrm>
            <a:off x="1097280" y="2260000"/>
            <a:ext cx="9966960" cy="30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5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Создай одностраничник на HTML.</a:t>
            </a:r>
            <a:endParaRPr lang="ru-RU"/>
          </a:p>
          <a:p>
            <a:pPr marL="0" indent="0">
              <a:spcBef>
                <a:spcPts val="1200"/>
              </a:spcBef>
              <a:buNone/>
            </a:pPr>
            <a:r>
              <a:rPr lang="ru-RU" sz="165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Тема: &lt;сложная тема из курса&gt;.</a:t>
            </a:r>
            <a:endParaRPr lang="ru-RU"/>
          </a:p>
          <a:p>
            <a:pPr marL="0" indent="0">
              <a:spcBef>
                <a:spcPts val="1200"/>
              </a:spcBef>
              <a:buNone/>
            </a:pPr>
            <a:r>
              <a:rPr lang="ru-RU" sz="165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должен понять ученик: &lt;главная мысль&gt;.</a:t>
            </a:r>
            <a:endParaRPr lang="ru-RU"/>
          </a:p>
          <a:p>
            <a:pPr marL="0" indent="0">
              <a:spcBef>
                <a:spcPts val="1200"/>
              </a:spcBef>
              <a:buNone/>
            </a:pPr>
            <a:r>
              <a:rPr lang="ru-RU" sz="165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он делает: двигает ползунок, нажимает кнопки, видит схему.</a:t>
            </a:r>
            <a:endParaRPr lang="ru-RU"/>
          </a:p>
          <a:p>
            <a:pPr marL="0" indent="0">
              <a:spcBef>
                <a:spcPts val="1200"/>
              </a:spcBef>
              <a:buNone/>
            </a:pPr>
            <a:r>
              <a:rPr lang="ru-RU" sz="165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Стиль: крупно, просто, понятно школьнику.</a:t>
            </a:r>
            <a:endParaRPr lang="ru-RU"/>
          </a:p>
          <a:p>
            <a:pPr marL="0" indent="0">
              <a:spcBef>
                <a:spcPts val="1200"/>
              </a:spcBef>
              <a:buNone/>
            </a:pPr>
            <a:r>
              <a:rPr lang="ru-RU" sz="165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 как index.html и открой в браузере.</a:t>
            </a: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работы с агентом</a:t>
            </a:r>
            <a:endParaRPr lang="ru-RU"/>
          </a:p>
        </p:txBody>
      </p:sp>
      <p:sp>
        <p:nvSpPr>
          <p:cNvPr id="6" name="Num0"/>
          <p:cNvSpPr/>
          <p:nvPr/>
        </p:nvSpPr>
        <p:spPr>
          <a:xfrm>
            <a:off x="640080" y="21000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ru-RU"/>
          </a:p>
        </p:txBody>
      </p:sp>
      <p:sp>
        <p:nvSpPr>
          <p:cNvPr id="7" name="Txt0"/>
          <p:cNvSpPr/>
          <p:nvPr/>
        </p:nvSpPr>
        <p:spPr>
          <a:xfrm>
            <a:off x="1554480" y="210000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Читайте, что агент собирается сделать, прежде чем разрешить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2813232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Num1"/>
          <p:cNvSpPr/>
          <p:nvPr/>
        </p:nvSpPr>
        <p:spPr>
          <a:xfrm>
            <a:off x="640080" y="28132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ru-RU"/>
          </a:p>
        </p:txBody>
      </p:sp>
      <p:sp>
        <p:nvSpPr>
          <p:cNvPr id="9" name="Txt1"/>
          <p:cNvSpPr/>
          <p:nvPr/>
        </p:nvSpPr>
        <p:spPr>
          <a:xfrm>
            <a:off x="1554480" y="281323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Проверяйте результат сами: откройте файл и посмотрите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3526464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Num2"/>
          <p:cNvSpPr/>
          <p:nvPr/>
        </p:nvSpPr>
        <p:spPr>
          <a:xfrm>
            <a:off x="640080" y="35264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ru-RU"/>
          </a:p>
        </p:txBody>
      </p:sp>
      <p:sp>
        <p:nvSpPr>
          <p:cNvPr id="11" name="Txt2"/>
          <p:cNvSpPr/>
          <p:nvPr/>
        </p:nvSpPr>
        <p:spPr>
          <a:xfrm>
            <a:off x="1554480" y="352646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передавайте персональные данные учеников</a:t>
            </a:r>
            <a:endParaRPr lang="ru-RU"/>
          </a:p>
        </p:txBody>
      </p:sp>
      <p:sp>
        <p:nvSpPr>
          <p:cNvPr id="900" name="Divider"/>
          <p:cNvSpPr/>
          <p:nvPr/>
        </p:nvSpPr>
        <p:spPr>
          <a:xfrm>
            <a:off x="640080" y="4239696"/>
            <a:ext cx="9601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Num3"/>
          <p:cNvSpPr/>
          <p:nvPr/>
        </p:nvSpPr>
        <p:spPr>
          <a:xfrm>
            <a:off x="640080" y="42396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ru-RU"/>
          </a:p>
        </p:txBody>
      </p:sp>
      <p:sp>
        <p:nvSpPr>
          <p:cNvPr id="13" name="Txt3"/>
          <p:cNvSpPr/>
          <p:nvPr/>
        </p:nvSpPr>
        <p:spPr>
          <a:xfrm>
            <a:off x="1554480" y="4239696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 за занятие остаётся на учителе</a:t>
            </a:r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 РАБОТЫ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Смотрим, но не осуждаем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908792" cy="393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1097280" y="35204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8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Показываем прототипы друг друга: что получилось, что удивило, что стоит доработать.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поняли в процессе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96012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C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Знание современного ИТ-стека важнее знания отдельной технологии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644652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C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46520" y="2834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пишет замечательный код, но не идеи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425196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960120" y="4526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C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60120" y="5120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Чат-боты удобны при понимании контекста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126480" y="425196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6446520" y="4526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C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46520" y="5120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как вечный цикл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516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пилот учителя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0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ru-RU" sz="2000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4206240"/>
            <a:ext cx="1371600" cy="54864"/>
          </a:xfrm>
          <a:prstGeom prst="rect">
            <a:avLst/>
          </a:prstGeom>
          <a:solidFill>
            <a:srgbClr val="7BC83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Обозненко Арсений Михайлович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ru-RU" sz="1500" dirty="0">
                <a:solidFill>
                  <a:srgbClr val="8A8A8E"/>
                </a:solidFill>
                <a:latin typeface="Arial" pitchFamily="34" charset="0"/>
                <a:cs typeface="Arial" pitchFamily="34" charset="-120"/>
              </a:rPr>
              <a:t>Школа 1279 Эврика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C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2811</TotalTime>
  <Words>558</Words>
  <Application>Microsoft Macintosh PowerPoint</Application>
  <PresentationFormat>Широкоэкранный</PresentationFormat>
  <Paragraphs>168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Второй пилот учителя</dc:title>
  <dc:subject>PptxGenJS Presentation</dc:subject>
  <dc:creator>Обозненко Арсений Михайлович</dc:creator>
  <cp:lastModifiedBy>elp</cp:lastModifiedBy>
  <cp:revision>13</cp:revision>
  <dcterms:created xsi:type="dcterms:W3CDTF">2026-06-29T14:28:21Z</dcterms:created>
  <dcterms:modified xsi:type="dcterms:W3CDTF">2026-09-10T08:12:43Z</dcterms:modified>
</cp:coreProperties>
</file>